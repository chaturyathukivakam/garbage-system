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9" r:id="rId22"/>
    <p:sldId id="280" r:id="rId23"/>
    <p:sldId id="281" r:id="rId24"/>
    <p:sldId id="278" r:id="rId18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C0BF3F-4BAC-4974-A533-402E7BB5857E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" Type="http://schemas.openxmlformats.org/officeDocument/2006/relationships/slideMaster" Target="slideMasters/slideMaster1.xml"/>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1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3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27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body" idx="1"/>
          </p:nvPr>
        </p:nvSpPr>
        <p:spPr>
          <a:xfrm>
            <a:off x="1176972" y="2184907"/>
            <a:ext cx="9661525" cy="323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 extrusionOk="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1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 extrusionOk="0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 u="none" strike="noStrike" cap="none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type="body" idx="1"/>
          </p:nvPr>
        </p:nvSpPr>
        <p:spPr>
          <a:xfrm>
            <a:off x="1176972" y="2184907"/>
            <a:ext cx="9661525" cy="323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4763" y="1576450"/>
            <a:ext cx="12187555" cy="866775"/>
          </a:xfrm>
          <a:custGeom>
            <a:avLst/>
            <a:gdLst/>
            <a:ahLst/>
            <a:cxnLst/>
            <a:rect l="l" t="t" r="r" b="b"/>
            <a:pathLst>
              <a:path w="12187555" h="866775" extrusionOk="0">
                <a:moveTo>
                  <a:pt x="12187236" y="0"/>
                </a:moveTo>
                <a:lnTo>
                  <a:pt x="0" y="0"/>
                </a:lnTo>
                <a:lnTo>
                  <a:pt x="0" y="866775"/>
                </a:lnTo>
                <a:lnTo>
                  <a:pt x="12187236" y="866775"/>
                </a:lnTo>
                <a:lnTo>
                  <a:pt x="12187236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956950" y="1769425"/>
            <a:ext cx="63087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FFFFFF"/>
                </a:solidFill>
              </a:rPr>
              <a:t>    </a:t>
            </a:r>
            <a:r>
              <a:rPr lang="en-US" sz="2800">
                <a:solidFill>
                  <a:srgbClr val="FFFFFF"/>
                </a:solidFill>
              </a:rPr>
              <a:t>Department of Computer Applications</a:t>
            </a:r>
            <a:endParaRPr sz="2800"/>
          </a:p>
        </p:txBody>
      </p:sp>
      <p:sp>
        <p:nvSpPr>
          <p:cNvPr id="47" name="Google Shape;47;p7"/>
          <p:cNvSpPr txBox="1"/>
          <p:nvPr/>
        </p:nvSpPr>
        <p:spPr>
          <a:xfrm>
            <a:off x="890900" y="4728874"/>
            <a:ext cx="44000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 Name: Thukivakam Chaturya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RegisterNumber: 2411021240045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Specialization: BCA (AI/ML), Final Year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2202561" y="2656268"/>
            <a:ext cx="6825000" cy="185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748030" marR="73914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Strongest Project Presentation</a:t>
            </a:r>
            <a:endParaRPr lang="en-US"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48030" marR="73914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BCA, Final Year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Title: EcoTrack - Smart Garbage Management System</a:t>
            </a:r>
            <a:endParaRPr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endParaRPr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715164" y="365413"/>
            <a:ext cx="4700380" cy="6338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1" name="Google Shape;51;p7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29-10-2026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Overview &amp; Problem Statement</a:t>
            </a:r>
            <a:endParaRPr sz="24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69950" y="1712658"/>
            <a:ext cx="10525800" cy="3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Title: EcoTrack - Smart Garbage Management System | Academic Capstone | Individual Project (1 Member)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Statement: Solves unmonitored municipal solid waste accumulation and low recycling segregation rates for city administrators, waste processing hubs, and civic authorities.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Why Built: Bridges the gap of delayed manual paperwork and uncoordinated truck routing by providing transparent, real-time ward-level waste tracking and carbon calculations.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Verified Outcome: Analyzed 35 collection records across 5 zones with 68.4% diversion rate, quantifying 54+ MT CO2e avoided with sub-second chart rendering.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Links: GitHub (https://github.com/Chaturyathukivakam/Garbage-System) | Live Demo on Streamlit Community Cloud (Public / No Login)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>
            <a:off x="1214437" y="4348226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 h="120000" extrusionOk="0">
                <a:moveTo>
                  <a:pt x="0" y="0"/>
                </a:moveTo>
                <a:lnTo>
                  <a:pt x="987545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29"/>
          <p:cNvSpPr txBox="1"/>
          <p:nvPr>
            <p:ph type="title"/>
          </p:nvPr>
        </p:nvSpPr>
        <p:spPr>
          <a:xfrm>
            <a:off x="1176976" y="2994025"/>
            <a:ext cx="6633600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0" b="0">
                <a:solidFill>
                  <a:srgbClr val="25252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</a:p>
          <a:p>
            <a:pPr marL="12700" lvl="0" indent="0" algn="l" rtl="0">
              <a:spcBef>
                <a:spcPts val="1200"/>
              </a:spcBef>
            </a:pPr>
            <a:r>
              <a:rPr lang="en-US" sz="2200" b="1">
                <a:solidFill>
                  <a:srgbClr val="A31D24"/>
                </a:solidFill>
                <a:latin typeface="Times New Roman"/>
              </a:rPr>
              <a:t>Thukivakam Chaturya | Reg: 2411021240045 | BCA (AI/ML)</a:t>
            </a:r>
          </a:p>
          <a:p>
            <a:pPr marL="12700" lvl="0" indent="0" algn="l" rtl="0">
              <a:spcBef>
                <a:spcPts val="600"/>
              </a:spcBef>
            </a:pPr>
            <a:r>
              <a:rPr lang="en-US" sz="1600">
                <a:solidFill>
                  <a:srgbClr val="4B5563"/>
                </a:solidFill>
                <a:latin typeface="Times New Roman"/>
              </a:rPr>
              <a:t>GitHub: https://github.com/Chaturyathukivakam/Garbage-System</a:t>
            </a:r>
          </a:p>
        </p:txBody>
      </p:sp>
      <p:sp>
        <p:nvSpPr>
          <p:cNvPr id="251" name="Google Shape;251;p2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52" name="Google Shape;252;p2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29-10-2026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Key Features</a:t>
            </a:r>
            <a:endParaRPr sz="24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69950" y="1712658"/>
            <a:ext cx="10525800" cy="3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Features: 1. Home KPI Dashboard &amp; Plotly Visuals  2. Multi-Criteria Filtering &amp; CSV Export  3. Color-Coded Segregation Guide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⭐ Strongest Work: 1. Dynamic In-Session Collection Logger (Schema validation &amp; state update)  2. Carbon Offset Math Engine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Verification: Verified on Streamlit Cloud with dynamic Plotly donut, area trend, and stacked bar charts updating in real-time.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Honest Limitations: 100% complete and operational via session-state &amp; CSV; multi-tenant PostgreSQL DB planned for next phase.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Live Demo: Fully responsive web app ready for evaluation and live testing without login.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Technology Stack &amp; Implementation</a:t>
            </a:r>
            <a:endParaRPr sz="24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69950" y="1712658"/>
            <a:ext cx="105258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Technology Stack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Stack: Python 3.10+, Streamlit (reactive UI), Pandas (data manipulation), Plotly (interactive charts), Git/GitHub (CI/CD), Streamlit Cloud (Hosting).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Skills Alignment: Proves Python Web Engineering, Exploratory Data Analysis (EDA), Data Visualization, and Cloud Deployment.</a:t>
            </a:r>
          </a:p>
          <a:p>
            <a:pPr marL="0" marR="508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Implementation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Architecture: CSV/Form Ingestion ➔ Pandas Processing Engine ➔ Plotly Graphics Layer ➔ Streamlit Reactive UI ➔ Public Cloud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 Solved: Preserving reactive state across form inputs without data loss or re-renders using an encapsulated st.session_state cache.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My Individual Contribution &amp; Learnings</a:t>
            </a:r>
            <a:endParaRPr sz="28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69950" y="1712658"/>
            <a:ext cx="10525800" cy="3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My Role: 100% Individual Contribution — designed schema, wrote complete Python code in app.py, built carbon models, and deployed to cloud.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Structure: Individual Final Year Project (Sole Developer &amp; System Architect).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Evidence: Verified in repo (app.py, requirements.txt, sample_waste_data.csv, config.toml).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Learnings: Advanced Streamlit session state &amp; carbon math. Next Steps: IoT ultrasonic bin sensors and automated collection routing.</a:t>
            </a:r>
          </a:p>
          <a:p>
            <a:pPr marL="104140" marR="5080" lvl="0" indent="-14605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sz="2000" i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Verification: Prepared to explain all architecture, algorithms, and execute live code modifications on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WPS Presentation</Application>
  <PresentationFormat/>
  <Paragraphs>122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Times New Roman</vt:lpstr>
      <vt:lpstr>Calibri</vt:lpstr>
      <vt:lpstr>Noto Sans Symbols</vt:lpstr>
      <vt:lpstr>Segoe Print</vt:lpstr>
      <vt:lpstr>Microsoft YaHei</vt:lpstr>
      <vt:lpstr>Arial Unicode MS</vt:lpstr>
      <vt:lpstr>Office Theme</vt:lpstr>
      <vt:lpstr>    Department of Computer Applications</vt:lpstr>
      <vt:lpstr>Introduction</vt:lpstr>
      <vt:lpstr>Importance of the project</vt:lpstr>
      <vt:lpstr>Objectives</vt:lpstr>
      <vt:lpstr>Why This Project Matters</vt:lpstr>
      <vt:lpstr>Challenges Being Addressed</vt:lpstr>
      <vt:lpstr>Related Work</vt:lpstr>
      <vt:lpstr>Methods &amp; Technologies</vt:lpstr>
      <vt:lpstr>Step-wise Development Process</vt:lpstr>
      <vt:lpstr>Conclusion</vt:lpstr>
      <vt:lpstr>Limitations &amp; Possible Improvements</vt:lpstr>
      <vt:lpstr>References</vt:lpstr>
      <vt:lpstr>Acknowledgements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Department of Computer Applications</dc:title>
  <dc:creator/>
  <cp:lastModifiedBy>user</cp:lastModifiedBy>
  <cp:revision>1</cp:revision>
  <dcterms:created xsi:type="dcterms:W3CDTF">2026-08-10T05:24:57Z</dcterms:created>
  <dcterms:modified xsi:type="dcterms:W3CDTF">2026-08-10T05:24:57Z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D8A8DC4002F644969106451638560B03_12</vt:lpwstr>
  </property>
  <property fmtid="{D5CDD505-2E9C-101B-9397-08002B2CF9AE}" pid="3" name="KSOProductBuildVer">
    <vt:lpwstr>1033-12.1.0.28032</vt:lpwstr>
  </property>
</Properties>
</file>
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autoCompressPictures="0">
  <p:sldMasterIdLst>
    <p:sldMasterId id="2147483648" r:id="rId1"/>
  </p:sldMasterIdLst>
  <p:notesMasterIdLst>
    <p:notesMasterId r:id="rId4"/>
  </p:notesMasterIdLst>
  <p:sldIdLst>
    <p:sldId id="256" r:id="rId3"/>
    <p:sldId id="258" r:id="rId5"/>
    <p:sldId id="279" r:id="rId22"/>
    <p:sldId id="280" r:id="rId23"/>
    <p:sldId id="281" r:id="rId24"/>
    <p:sldId id="278" r:id="rId18"/>
  </p:sldIdLst>
  <p:sldSz cx="12192000" cy="6858000"/>
  <p:notesSz cx="12192000" cy="6858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defaultTextStyle>
  <p:extLst>
    <p:ext uri="{EFAFB233-063F-42B5-8137-9DF3F51BA10A}">
      <p15:sldGuideLst xmlns:p15="http://schemas.microsoft.com/office/powerpoint/2012/main">
        <p15:guide id="1" orient="horz" pos="2880" userDrawn="1">
          <p15:clr>
            <a:srgbClr val="000000"/>
          </p15:clr>
        </p15:guide>
        <p15:guide id="2" pos="2160" userDrawn="1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AC0BF3F-4BAC-4974-A533-402E7BB5857E}" styleName="Table_0">
    <a:wholeTbl>
      <a:tcTxStyle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Style>
        <a:tcBdr/>
      </a:tcStyle>
    </a:band1H>
    <a:band2H>
      <a:tcStyle>
        <a:tcBdr/>
      </a:tcStyle>
    </a:band2H>
    <a:band1V>
      <a:tcStyle>
        <a:tcBdr/>
      </a:tcStyle>
    </a:band1V>
    <a:band2V>
      <a:tcStyle>
        <a:tcBdr/>
      </a:tcStyle>
    </a:band2V>
    <a:lastCol>
      <a:tcStyle>
        <a:tcBdr/>
      </a:tcStyle>
    </a:lastCol>
    <a:firstCol>
      <a:tcStyle>
        <a:tcBdr/>
      </a:tcStyle>
    </a:firstCol>
    <a:lastRow>
      <a:tcStyle>
        <a:tcBdr/>
      </a:tcStyle>
    </a:lastRow>
    <a:seCell>
      <a:tcStyle>
        <a:tcBdr/>
      </a:tcStyle>
    </a:seCell>
    <a:swCell>
      <a:tcStyle>
        <a:tcBdr/>
      </a:tcStyle>
    </a:swCell>
    <a:firstRow>
      <a:tcStyle>
        <a:tcBdr/>
      </a:tcStyle>
    </a:firstRow>
    <a:neCell>
      <a:tcStyle>
        <a:tcBdr/>
      </a:tcStyle>
    </a:neCell>
    <a:nwCell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showComments="0">
  <p:normalViewPr>
    <p:restoredLeft sz="15620"/>
    <p:restoredTop sz="94660"/>
  </p:normalViewPr>
  <p:slideViewPr>
    <p:cSldViewPr snapToGrid="0" showGuides="1">
      <p:cViewPr varScale="1">
        <p:scale>
          <a:sx n="100" d="100"/>
          <a:sy n="100" d="100"/>
        </p:scale>
        <p:origin x="0" y="0"/>
      </p:cViewPr>
      <p:guideLst>
        <p:guide orient="horz" pos="2880"/>
        <p:guide pos="2160"/>
      </p:guideLst>
    </p:cSldViewPr>
  </p:slideViewPr>
  <p:gridSpacing cx="72008" cy="72008"/>
</p:viewPr>
</file>

<file path=ppt/_rels/presentation.xml.rels><?xml version="1.0" encoding="utf-8"?><Relationships xmlns="http://schemas.openxmlformats.org/package/2006/relationships"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1" Type="http://schemas.openxmlformats.org/officeDocument/2006/relationships/tableStyles" Target="tableStyles.xml"/><Relationship Id="rId20" Type="http://schemas.openxmlformats.org/officeDocument/2006/relationships/viewProps" Target="viewProps.xml"/><Relationship Id="rId2" Type="http://schemas.openxmlformats.org/officeDocument/2006/relationships/theme" Target="theme/theme1.xml"/><Relationship Id="rId19" Type="http://schemas.openxmlformats.org/officeDocument/2006/relationships/presProps" Target="presProps.xml"/><Relationship Id="rId18" Type="http://schemas.openxmlformats.org/officeDocument/2006/relationships/slide" Target="slides/slide15.xml"/><Relationship Id="rId1" Type="http://schemas.openxmlformats.org/officeDocument/2006/relationships/slideMaster" Target="slideMasters/slideMaster1.xml"/>  <Relationship Id="rId22" Type="http://schemas.openxmlformats.org/officeDocument/2006/relationships/slide" Target="slides/slide16.xml"/>
  <Relationship Id="rId23" Type="http://schemas.openxmlformats.org/officeDocument/2006/relationships/slide" Target="slides/slide17.xml"/>
  <Relationship Id="rId24" Type="http://schemas.openxmlformats.org/officeDocument/2006/relationships/slide" Target="slides/slide18.xml"/>
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type="sldImg" idx="2"/>
          </p:nvPr>
        </p:nvSpPr>
        <p:spPr>
          <a:xfrm>
            <a:off x="2032400" y="514350"/>
            <a:ext cx="8128400" cy="25717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/>
          <p:nvPr>
            <p:ph type="body" idx="1"/>
          </p:nvPr>
        </p:nvSpPr>
        <p:spPr>
          <a:xfrm>
            <a:off x="1219200" y="3257550"/>
            <a:ext cx="9753600" cy="308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:notes"/>
          <p:cNvSpPr txBox="1"/>
          <p:nvPr>
            <p:ph type="body" idx="1"/>
          </p:nvPr>
        </p:nvSpPr>
        <p:spPr>
          <a:xfrm>
            <a:off x="1219200" y="3257550"/>
            <a:ext cx="9753600" cy="308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3" name="Google Shape;43;p1:notes"/>
          <p:cNvSpPr/>
          <p:nvPr>
            <p:ph type="sldImg" idx="2"/>
          </p:nvPr>
        </p:nvSpPr>
        <p:spPr>
          <a:xfrm>
            <a:off x="2032400" y="514350"/>
            <a:ext cx="8128400" cy="25717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3:notes"/>
          <p:cNvSpPr txBox="1"/>
          <p:nvPr>
            <p:ph type="body" idx="1"/>
          </p:nvPr>
        </p:nvSpPr>
        <p:spPr>
          <a:xfrm>
            <a:off x="1219200" y="3257550"/>
            <a:ext cx="9753600" cy="308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63" name="Google Shape;63;p3:notes"/>
          <p:cNvSpPr/>
          <p:nvPr>
            <p:ph type="sldImg" idx="2"/>
          </p:nvPr>
        </p:nvSpPr>
        <p:spPr>
          <a:xfrm>
            <a:off x="2032400" y="514350"/>
            <a:ext cx="8128400" cy="25717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245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27:notes"/>
          <p:cNvSpPr txBox="1"/>
          <p:nvPr>
            <p:ph type="body" idx="1"/>
          </p:nvPr>
        </p:nvSpPr>
        <p:spPr>
          <a:xfrm>
            <a:off x="1219200" y="3257550"/>
            <a:ext cx="9753600" cy="308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47" name="Google Shape;247;p27:notes"/>
          <p:cNvSpPr/>
          <p:nvPr>
            <p:ph type="sldImg" idx="2"/>
          </p:nvPr>
        </p:nvSpPr>
        <p:spPr>
          <a:xfrm>
            <a:off x="2032400" y="514350"/>
            <a:ext cx="8128400" cy="25717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matchingName="Title and Content">
  <p:cSld name="OBJECT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2"/>
          <p:cNvSpPr txBox="1"/>
          <p:nvPr>
            <p:ph type="title"/>
          </p:nvPr>
        </p:nvSpPr>
        <p:spPr>
          <a:xfrm>
            <a:off x="1176972" y="924877"/>
            <a:ext cx="7208520" cy="7581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4800" b="1" i="0">
                <a:solidFill>
                  <a:srgbClr val="40404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" name="Google Shape;15;p2"/>
          <p:cNvSpPr txBox="1"/>
          <p:nvPr>
            <p:ph type="body" idx="1"/>
          </p:nvPr>
        </p:nvSpPr>
        <p:spPr>
          <a:xfrm>
            <a:off x="1176972" y="2184907"/>
            <a:ext cx="9661525" cy="32397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 sz="2750" b="0" i="0">
                <a:solidFill>
                  <a:schemeClr val="dk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defRPr>
            </a:lvl1pPr>
            <a:lvl2pPr marL="914400" lvl="1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" name="Google Shape;16;p2"/>
          <p:cNvSpPr txBox="1"/>
          <p:nvPr>
            <p:ph type="ftr" idx="11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"/>
          <p:cNvSpPr txBox="1"/>
          <p:nvPr>
            <p:ph type="dt" idx="10"/>
          </p:nvPr>
        </p:nvSpPr>
        <p:spPr>
          <a:xfrm>
            <a:off x="1176972" y="6589394"/>
            <a:ext cx="553085" cy="13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type="sldNum" idx="12"/>
          </p:nvPr>
        </p:nvSpPr>
        <p:spPr>
          <a:xfrm>
            <a:off x="10954384" y="6582727"/>
            <a:ext cx="222250" cy="158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100" lvl="0" indent="0">
              <a:lnSpc>
                <a:spcPct val="104000"/>
              </a:lnSpc>
              <a:spcBef>
                <a:spcPts val="0"/>
              </a:spcBef>
              <a:buNone/>
              <a:defRPr sz="1050" b="0" i="0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L="38100" lvl="1" indent="0">
              <a:lnSpc>
                <a:spcPct val="104000"/>
              </a:lnSpc>
              <a:spcBef>
                <a:spcPts val="0"/>
              </a:spcBef>
              <a:buNone/>
              <a:defRPr sz="1050" b="0" i="0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38100" lvl="2" indent="0">
              <a:lnSpc>
                <a:spcPct val="104000"/>
              </a:lnSpc>
              <a:spcBef>
                <a:spcPts val="0"/>
              </a:spcBef>
              <a:buNone/>
              <a:defRPr sz="1050" b="0" i="0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38100" lvl="3" indent="0">
              <a:lnSpc>
                <a:spcPct val="104000"/>
              </a:lnSpc>
              <a:spcBef>
                <a:spcPts val="0"/>
              </a:spcBef>
              <a:buNone/>
              <a:defRPr sz="1050" b="0" i="0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38100" lvl="4" indent="0">
              <a:lnSpc>
                <a:spcPct val="104000"/>
              </a:lnSpc>
              <a:spcBef>
                <a:spcPts val="0"/>
              </a:spcBef>
              <a:buNone/>
              <a:defRPr sz="1050" b="0" i="0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38100" lvl="5" indent="0">
              <a:lnSpc>
                <a:spcPct val="104000"/>
              </a:lnSpc>
              <a:spcBef>
                <a:spcPts val="0"/>
              </a:spcBef>
              <a:buNone/>
              <a:defRPr sz="1050" b="0" i="0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38100" lvl="6" indent="0">
              <a:lnSpc>
                <a:spcPct val="104000"/>
              </a:lnSpc>
              <a:spcBef>
                <a:spcPts val="0"/>
              </a:spcBef>
              <a:buNone/>
              <a:defRPr sz="1050" b="0" i="0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38100" lvl="7" indent="0">
              <a:lnSpc>
                <a:spcPct val="104000"/>
              </a:lnSpc>
              <a:spcBef>
                <a:spcPts val="0"/>
              </a:spcBef>
              <a:buNone/>
              <a:defRPr sz="1050" b="0" i="0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38100" lvl="8" indent="0">
              <a:lnSpc>
                <a:spcPct val="104000"/>
              </a:lnSpc>
              <a:spcBef>
                <a:spcPts val="0"/>
              </a:spcBef>
              <a:buNone/>
              <a:defRPr sz="1050" b="0" i="0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pPr marL="3810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>
  <p:cSld name="Title Only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3"/>
          <p:cNvSpPr txBox="1"/>
          <p:nvPr>
            <p:ph type="title"/>
          </p:nvPr>
        </p:nvSpPr>
        <p:spPr>
          <a:xfrm>
            <a:off x="1176972" y="924877"/>
            <a:ext cx="7208520" cy="7581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4800" b="1" i="0">
                <a:solidFill>
                  <a:srgbClr val="40404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3"/>
          <p:cNvSpPr txBox="1"/>
          <p:nvPr>
            <p:ph type="ftr" idx="11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" name="Google Shape;22;p3"/>
          <p:cNvSpPr txBox="1"/>
          <p:nvPr>
            <p:ph type="dt" idx="10"/>
          </p:nvPr>
        </p:nvSpPr>
        <p:spPr>
          <a:xfrm>
            <a:off x="1176972" y="6589394"/>
            <a:ext cx="553085" cy="13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3"/>
          <p:cNvSpPr txBox="1"/>
          <p:nvPr>
            <p:ph type="sldNum" idx="12"/>
          </p:nvPr>
        </p:nvSpPr>
        <p:spPr>
          <a:xfrm>
            <a:off x="10954384" y="6582727"/>
            <a:ext cx="222250" cy="158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100" lvl="0" indent="0">
              <a:lnSpc>
                <a:spcPct val="104000"/>
              </a:lnSpc>
              <a:spcBef>
                <a:spcPts val="0"/>
              </a:spcBef>
              <a:buNone/>
              <a:defRPr sz="1050" b="0" i="0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L="38100" lvl="1" indent="0">
              <a:lnSpc>
                <a:spcPct val="104000"/>
              </a:lnSpc>
              <a:spcBef>
                <a:spcPts val="0"/>
              </a:spcBef>
              <a:buNone/>
              <a:defRPr sz="1050" b="0" i="0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38100" lvl="2" indent="0">
              <a:lnSpc>
                <a:spcPct val="104000"/>
              </a:lnSpc>
              <a:spcBef>
                <a:spcPts val="0"/>
              </a:spcBef>
              <a:buNone/>
              <a:defRPr sz="1050" b="0" i="0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38100" lvl="3" indent="0">
              <a:lnSpc>
                <a:spcPct val="104000"/>
              </a:lnSpc>
              <a:spcBef>
                <a:spcPts val="0"/>
              </a:spcBef>
              <a:buNone/>
              <a:defRPr sz="1050" b="0" i="0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38100" lvl="4" indent="0">
              <a:lnSpc>
                <a:spcPct val="104000"/>
              </a:lnSpc>
              <a:spcBef>
                <a:spcPts val="0"/>
              </a:spcBef>
              <a:buNone/>
              <a:defRPr sz="1050" b="0" i="0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38100" lvl="5" indent="0">
              <a:lnSpc>
                <a:spcPct val="104000"/>
              </a:lnSpc>
              <a:spcBef>
                <a:spcPts val="0"/>
              </a:spcBef>
              <a:buNone/>
              <a:defRPr sz="1050" b="0" i="0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38100" lvl="6" indent="0">
              <a:lnSpc>
                <a:spcPct val="104000"/>
              </a:lnSpc>
              <a:spcBef>
                <a:spcPts val="0"/>
              </a:spcBef>
              <a:buNone/>
              <a:defRPr sz="1050" b="0" i="0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38100" lvl="7" indent="0">
              <a:lnSpc>
                <a:spcPct val="104000"/>
              </a:lnSpc>
              <a:spcBef>
                <a:spcPts val="0"/>
              </a:spcBef>
              <a:buNone/>
              <a:defRPr sz="1050" b="0" i="0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38100" lvl="8" indent="0">
              <a:lnSpc>
                <a:spcPct val="104000"/>
              </a:lnSpc>
              <a:spcBef>
                <a:spcPts val="0"/>
              </a:spcBef>
              <a:buNone/>
              <a:defRPr sz="1050" b="0" i="0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pPr marL="3810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>
  <p:cSld name="Blank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4"/>
          <p:cNvSpPr txBox="1"/>
          <p:nvPr>
            <p:ph type="ftr" idx="11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type="dt" idx="10"/>
          </p:nvPr>
        </p:nvSpPr>
        <p:spPr>
          <a:xfrm>
            <a:off x="1176972" y="6589394"/>
            <a:ext cx="553085" cy="13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4"/>
          <p:cNvSpPr txBox="1"/>
          <p:nvPr>
            <p:ph type="sldNum" idx="12"/>
          </p:nvPr>
        </p:nvSpPr>
        <p:spPr>
          <a:xfrm>
            <a:off x="10954384" y="6582727"/>
            <a:ext cx="222250" cy="158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100" lvl="0" indent="0">
              <a:lnSpc>
                <a:spcPct val="104000"/>
              </a:lnSpc>
              <a:spcBef>
                <a:spcPts val="0"/>
              </a:spcBef>
              <a:buNone/>
              <a:defRPr sz="1050" b="0" i="0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L="38100" lvl="1" indent="0">
              <a:lnSpc>
                <a:spcPct val="104000"/>
              </a:lnSpc>
              <a:spcBef>
                <a:spcPts val="0"/>
              </a:spcBef>
              <a:buNone/>
              <a:defRPr sz="1050" b="0" i="0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38100" lvl="2" indent="0">
              <a:lnSpc>
                <a:spcPct val="104000"/>
              </a:lnSpc>
              <a:spcBef>
                <a:spcPts val="0"/>
              </a:spcBef>
              <a:buNone/>
              <a:defRPr sz="1050" b="0" i="0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38100" lvl="3" indent="0">
              <a:lnSpc>
                <a:spcPct val="104000"/>
              </a:lnSpc>
              <a:spcBef>
                <a:spcPts val="0"/>
              </a:spcBef>
              <a:buNone/>
              <a:defRPr sz="1050" b="0" i="0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38100" lvl="4" indent="0">
              <a:lnSpc>
                <a:spcPct val="104000"/>
              </a:lnSpc>
              <a:spcBef>
                <a:spcPts val="0"/>
              </a:spcBef>
              <a:buNone/>
              <a:defRPr sz="1050" b="0" i="0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38100" lvl="5" indent="0">
              <a:lnSpc>
                <a:spcPct val="104000"/>
              </a:lnSpc>
              <a:spcBef>
                <a:spcPts val="0"/>
              </a:spcBef>
              <a:buNone/>
              <a:defRPr sz="1050" b="0" i="0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38100" lvl="6" indent="0">
              <a:lnSpc>
                <a:spcPct val="104000"/>
              </a:lnSpc>
              <a:spcBef>
                <a:spcPts val="0"/>
              </a:spcBef>
              <a:buNone/>
              <a:defRPr sz="1050" b="0" i="0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38100" lvl="7" indent="0">
              <a:lnSpc>
                <a:spcPct val="104000"/>
              </a:lnSpc>
              <a:spcBef>
                <a:spcPts val="0"/>
              </a:spcBef>
              <a:buNone/>
              <a:defRPr sz="1050" b="0" i="0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38100" lvl="8" indent="0">
              <a:lnSpc>
                <a:spcPct val="104000"/>
              </a:lnSpc>
              <a:spcBef>
                <a:spcPts val="0"/>
              </a:spcBef>
              <a:buNone/>
              <a:defRPr sz="1050" b="0" i="0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pPr marL="3810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>
  <p:cSld name="Title Slide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5"/>
          <p:cNvSpPr txBox="1"/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4800" b="1" i="0">
                <a:solidFill>
                  <a:srgbClr val="40404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5"/>
          <p:cNvSpPr txBox="1"/>
          <p:nvPr>
            <p:ph type="subTitle" idx="1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2750" b="0" i="0">
                <a:solidFill>
                  <a:schemeClr val="dk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type="ftr" idx="11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type="dt" idx="10"/>
          </p:nvPr>
        </p:nvSpPr>
        <p:spPr>
          <a:xfrm>
            <a:off x="1176972" y="6589394"/>
            <a:ext cx="553085" cy="13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5"/>
          <p:cNvSpPr txBox="1"/>
          <p:nvPr>
            <p:ph type="sldNum" idx="12"/>
          </p:nvPr>
        </p:nvSpPr>
        <p:spPr>
          <a:xfrm>
            <a:off x="10954384" y="6582727"/>
            <a:ext cx="222250" cy="158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100" lvl="0" indent="0">
              <a:lnSpc>
                <a:spcPct val="104000"/>
              </a:lnSpc>
              <a:spcBef>
                <a:spcPts val="0"/>
              </a:spcBef>
              <a:buNone/>
              <a:defRPr sz="1050" b="0" i="0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L="38100" lvl="1" indent="0">
              <a:lnSpc>
                <a:spcPct val="104000"/>
              </a:lnSpc>
              <a:spcBef>
                <a:spcPts val="0"/>
              </a:spcBef>
              <a:buNone/>
              <a:defRPr sz="1050" b="0" i="0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38100" lvl="2" indent="0">
              <a:lnSpc>
                <a:spcPct val="104000"/>
              </a:lnSpc>
              <a:spcBef>
                <a:spcPts val="0"/>
              </a:spcBef>
              <a:buNone/>
              <a:defRPr sz="1050" b="0" i="0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38100" lvl="3" indent="0">
              <a:lnSpc>
                <a:spcPct val="104000"/>
              </a:lnSpc>
              <a:spcBef>
                <a:spcPts val="0"/>
              </a:spcBef>
              <a:buNone/>
              <a:defRPr sz="1050" b="0" i="0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38100" lvl="4" indent="0">
              <a:lnSpc>
                <a:spcPct val="104000"/>
              </a:lnSpc>
              <a:spcBef>
                <a:spcPts val="0"/>
              </a:spcBef>
              <a:buNone/>
              <a:defRPr sz="1050" b="0" i="0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38100" lvl="5" indent="0">
              <a:lnSpc>
                <a:spcPct val="104000"/>
              </a:lnSpc>
              <a:spcBef>
                <a:spcPts val="0"/>
              </a:spcBef>
              <a:buNone/>
              <a:defRPr sz="1050" b="0" i="0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38100" lvl="6" indent="0">
              <a:lnSpc>
                <a:spcPct val="104000"/>
              </a:lnSpc>
              <a:spcBef>
                <a:spcPts val="0"/>
              </a:spcBef>
              <a:buNone/>
              <a:defRPr sz="1050" b="0" i="0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38100" lvl="7" indent="0">
              <a:lnSpc>
                <a:spcPct val="104000"/>
              </a:lnSpc>
              <a:spcBef>
                <a:spcPts val="0"/>
              </a:spcBef>
              <a:buNone/>
              <a:defRPr sz="1050" b="0" i="0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38100" lvl="8" indent="0">
              <a:lnSpc>
                <a:spcPct val="104000"/>
              </a:lnSpc>
              <a:spcBef>
                <a:spcPts val="0"/>
              </a:spcBef>
              <a:buNone/>
              <a:defRPr sz="1050" b="0" i="0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pPr marL="3810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>
  <p:cSld name="Two Conten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6"/>
          <p:cNvSpPr txBox="1"/>
          <p:nvPr>
            <p:ph type="title"/>
          </p:nvPr>
        </p:nvSpPr>
        <p:spPr>
          <a:xfrm>
            <a:off x="1176972" y="924877"/>
            <a:ext cx="7208520" cy="7581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4800" b="1" i="0">
                <a:solidFill>
                  <a:srgbClr val="40404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6"/>
          <p:cNvSpPr txBox="1"/>
          <p:nvPr>
            <p:ph type="body" idx="1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6"/>
          <p:cNvSpPr txBox="1"/>
          <p:nvPr>
            <p:ph type="body" idx="2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type="ftr" idx="11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type="dt" idx="10"/>
          </p:nvPr>
        </p:nvSpPr>
        <p:spPr>
          <a:xfrm>
            <a:off x="1176972" y="6589394"/>
            <a:ext cx="553085" cy="13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6"/>
          <p:cNvSpPr txBox="1"/>
          <p:nvPr>
            <p:ph type="sldNum" idx="12"/>
          </p:nvPr>
        </p:nvSpPr>
        <p:spPr>
          <a:xfrm>
            <a:off x="10954384" y="6582727"/>
            <a:ext cx="222250" cy="158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100" lvl="0" indent="0">
              <a:lnSpc>
                <a:spcPct val="104000"/>
              </a:lnSpc>
              <a:spcBef>
                <a:spcPts val="0"/>
              </a:spcBef>
              <a:buNone/>
              <a:defRPr sz="1050" b="0" i="0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L="38100" lvl="1" indent="0">
              <a:lnSpc>
                <a:spcPct val="104000"/>
              </a:lnSpc>
              <a:spcBef>
                <a:spcPts val="0"/>
              </a:spcBef>
              <a:buNone/>
              <a:defRPr sz="1050" b="0" i="0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38100" lvl="2" indent="0">
              <a:lnSpc>
                <a:spcPct val="104000"/>
              </a:lnSpc>
              <a:spcBef>
                <a:spcPts val="0"/>
              </a:spcBef>
              <a:buNone/>
              <a:defRPr sz="1050" b="0" i="0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38100" lvl="3" indent="0">
              <a:lnSpc>
                <a:spcPct val="104000"/>
              </a:lnSpc>
              <a:spcBef>
                <a:spcPts val="0"/>
              </a:spcBef>
              <a:buNone/>
              <a:defRPr sz="1050" b="0" i="0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38100" lvl="4" indent="0">
              <a:lnSpc>
                <a:spcPct val="104000"/>
              </a:lnSpc>
              <a:spcBef>
                <a:spcPts val="0"/>
              </a:spcBef>
              <a:buNone/>
              <a:defRPr sz="1050" b="0" i="0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38100" lvl="5" indent="0">
              <a:lnSpc>
                <a:spcPct val="104000"/>
              </a:lnSpc>
              <a:spcBef>
                <a:spcPts val="0"/>
              </a:spcBef>
              <a:buNone/>
              <a:defRPr sz="1050" b="0" i="0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38100" lvl="6" indent="0">
              <a:lnSpc>
                <a:spcPct val="104000"/>
              </a:lnSpc>
              <a:spcBef>
                <a:spcPts val="0"/>
              </a:spcBef>
              <a:buNone/>
              <a:defRPr sz="1050" b="0" i="0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38100" lvl="7" indent="0">
              <a:lnSpc>
                <a:spcPct val="104000"/>
              </a:lnSpc>
              <a:spcBef>
                <a:spcPts val="0"/>
              </a:spcBef>
              <a:buNone/>
              <a:defRPr sz="1050" b="0" i="0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38100" lvl="8" indent="0">
              <a:lnSpc>
                <a:spcPct val="104000"/>
              </a:lnSpc>
              <a:spcBef>
                <a:spcPts val="0"/>
              </a:spcBef>
              <a:buNone/>
              <a:defRPr sz="1050" b="0" i="0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pPr marL="3810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/>
          <p:nvPr/>
        </p:nvSpPr>
        <p:spPr>
          <a:xfrm>
            <a:off x="0" y="6400800"/>
            <a:ext cx="12192000" cy="457200"/>
          </a:xfrm>
          <a:custGeom>
            <a:avLst/>
            <a:gdLst/>
            <a:ahLst/>
            <a:cxnLst/>
            <a:rect l="l" t="t" r="r" b="b"/>
            <a:pathLst>
              <a:path w="12192000" h="457200" extrusionOk="0">
                <a:moveTo>
                  <a:pt x="12192000" y="0"/>
                </a:moveTo>
                <a:lnTo>
                  <a:pt x="0" y="0"/>
                </a:lnTo>
                <a:lnTo>
                  <a:pt x="0" y="457200"/>
                </a:lnTo>
                <a:lnTo>
                  <a:pt x="12192000" y="4572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C00000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7" name="Google Shape;7;p1"/>
          <p:cNvSpPr/>
          <p:nvPr/>
        </p:nvSpPr>
        <p:spPr>
          <a:xfrm>
            <a:off x="0" y="6334125"/>
            <a:ext cx="12192000" cy="66675"/>
          </a:xfrm>
          <a:custGeom>
            <a:avLst/>
            <a:gdLst/>
            <a:ahLst/>
            <a:cxnLst/>
            <a:rect l="l" t="t" r="r" b="b"/>
            <a:pathLst>
              <a:path w="12192000" h="66675" extrusionOk="0">
                <a:moveTo>
                  <a:pt x="12192000" y="0"/>
                </a:moveTo>
                <a:lnTo>
                  <a:pt x="0" y="0"/>
                </a:lnTo>
                <a:lnTo>
                  <a:pt x="0" y="66675"/>
                </a:lnTo>
                <a:lnTo>
                  <a:pt x="12192000" y="66675"/>
                </a:lnTo>
                <a:lnTo>
                  <a:pt x="12192000" y="0"/>
                </a:lnTo>
                <a:close/>
              </a:path>
            </a:pathLst>
          </a:custGeom>
          <a:solidFill>
            <a:srgbClr val="001F5F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8" name="Google Shape;8;p1"/>
          <p:cNvSpPr txBox="1"/>
          <p:nvPr>
            <p:ph type="title"/>
          </p:nvPr>
        </p:nvSpPr>
        <p:spPr>
          <a:xfrm>
            <a:off x="1176972" y="924877"/>
            <a:ext cx="7208520" cy="7581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800" b="1" i="0" u="none" strike="noStrike" cap="none">
                <a:solidFill>
                  <a:srgbClr val="40404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9" name="Google Shape;9;p1"/>
          <p:cNvSpPr txBox="1"/>
          <p:nvPr>
            <p:ph type="body" idx="1"/>
          </p:nvPr>
        </p:nvSpPr>
        <p:spPr>
          <a:xfrm>
            <a:off x="1176972" y="2184907"/>
            <a:ext cx="9661525" cy="32397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750" b="0" i="0" u="none" strike="noStrike" cap="none">
                <a:solidFill>
                  <a:schemeClr val="dk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type="ftr" idx="11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type="dt" idx="10"/>
          </p:nvPr>
        </p:nvSpPr>
        <p:spPr>
          <a:xfrm>
            <a:off x="1176972" y="6589394"/>
            <a:ext cx="553085" cy="13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2" name="Google Shape;12;p1"/>
          <p:cNvSpPr txBox="1"/>
          <p:nvPr>
            <p:ph type="sldNum" idx="12"/>
          </p:nvPr>
        </p:nvSpPr>
        <p:spPr>
          <a:xfrm>
            <a:off x="10954384" y="6582727"/>
            <a:ext cx="222250" cy="158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100" lvl="0" indent="0">
              <a:lnSpc>
                <a:spcPct val="104000"/>
              </a:lnSpc>
              <a:spcBef>
                <a:spcPts val="0"/>
              </a:spcBef>
              <a:buNone/>
              <a:defRPr sz="1050" b="0" i="0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L="38100" lvl="1" indent="0">
              <a:lnSpc>
                <a:spcPct val="104000"/>
              </a:lnSpc>
              <a:spcBef>
                <a:spcPts val="0"/>
              </a:spcBef>
              <a:buNone/>
              <a:defRPr sz="1050" b="0" i="0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38100" lvl="2" indent="0">
              <a:lnSpc>
                <a:spcPct val="104000"/>
              </a:lnSpc>
              <a:spcBef>
                <a:spcPts val="0"/>
              </a:spcBef>
              <a:buNone/>
              <a:defRPr sz="1050" b="0" i="0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38100" lvl="3" indent="0">
              <a:lnSpc>
                <a:spcPct val="104000"/>
              </a:lnSpc>
              <a:spcBef>
                <a:spcPts val="0"/>
              </a:spcBef>
              <a:buNone/>
              <a:defRPr sz="1050" b="0" i="0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38100" lvl="4" indent="0">
              <a:lnSpc>
                <a:spcPct val="104000"/>
              </a:lnSpc>
              <a:spcBef>
                <a:spcPts val="0"/>
              </a:spcBef>
              <a:buNone/>
              <a:defRPr sz="1050" b="0" i="0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38100" lvl="5" indent="0">
              <a:lnSpc>
                <a:spcPct val="104000"/>
              </a:lnSpc>
              <a:spcBef>
                <a:spcPts val="0"/>
              </a:spcBef>
              <a:buNone/>
              <a:defRPr sz="1050" b="0" i="0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38100" lvl="6" indent="0">
              <a:lnSpc>
                <a:spcPct val="104000"/>
              </a:lnSpc>
              <a:spcBef>
                <a:spcPts val="0"/>
              </a:spcBef>
              <a:buNone/>
              <a:defRPr sz="1050" b="0" i="0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38100" lvl="7" indent="0">
              <a:lnSpc>
                <a:spcPct val="104000"/>
              </a:lnSpc>
              <a:spcBef>
                <a:spcPts val="0"/>
              </a:spcBef>
              <a:buNone/>
              <a:defRPr sz="1050" b="0" i="0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38100" lvl="8" indent="0">
              <a:lnSpc>
                <a:spcPct val="104000"/>
              </a:lnSpc>
              <a:spcBef>
                <a:spcPts val="0"/>
              </a:spcBef>
              <a:buNone/>
              <a:defRPr sz="1050" b="0" i="0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pPr marL="3810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sz="140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jpe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7"/>
          <p:cNvSpPr/>
          <p:nvPr/>
        </p:nvSpPr>
        <p:spPr>
          <a:xfrm>
            <a:off x="4763" y="1576450"/>
            <a:ext cx="12187555" cy="866775"/>
          </a:xfrm>
          <a:custGeom>
            <a:avLst/>
            <a:gdLst/>
            <a:ahLst/>
            <a:cxnLst/>
            <a:rect l="l" t="t" r="r" b="b"/>
            <a:pathLst>
              <a:path w="12187555" h="866775" extrusionOk="0">
                <a:moveTo>
                  <a:pt x="12187236" y="0"/>
                </a:moveTo>
                <a:lnTo>
                  <a:pt x="0" y="0"/>
                </a:lnTo>
                <a:lnTo>
                  <a:pt x="0" y="866775"/>
                </a:lnTo>
                <a:lnTo>
                  <a:pt x="12187236" y="866775"/>
                </a:lnTo>
                <a:lnTo>
                  <a:pt x="12187236" y="0"/>
                </a:lnTo>
                <a:close/>
              </a:path>
            </a:pathLst>
          </a:custGeom>
          <a:solidFill>
            <a:srgbClr val="C00000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6" name="Google Shape;46;p7"/>
          <p:cNvSpPr txBox="1"/>
          <p:nvPr>
            <p:ph type="title"/>
          </p:nvPr>
        </p:nvSpPr>
        <p:spPr>
          <a:xfrm>
            <a:off x="2956950" y="1769425"/>
            <a:ext cx="6308700" cy="44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87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50">
                <a:solidFill>
                  <a:srgbClr val="FFFFFF"/>
                </a:solidFill>
              </a:rPr>
              <a:t>    </a:t>
            </a:r>
            <a:r>
              <a:rPr lang="en-US" sz="2800">
                <a:solidFill>
                  <a:srgbClr val="FFFFFF"/>
                </a:solidFill>
              </a:rPr>
              <a:t>Department of Computer Applications</a:t>
            </a:r>
            <a:endParaRPr sz="2800"/>
          </a:p>
        </p:txBody>
      </p:sp>
      <p:sp>
        <p:nvSpPr>
          <p:cNvPr id="47" name="Google Shape;47;p7"/>
          <p:cNvSpPr txBox="1"/>
          <p:nvPr/>
        </p:nvSpPr>
        <p:spPr>
          <a:xfrm>
            <a:off x="890900" y="4728874"/>
            <a:ext cx="4400000" cy="125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875" rIns="0" bIns="0" anchor="t" anchorCtr="0">
            <a:spAutoFit/>
          </a:bodyPr>
          <a:lstStyle/>
          <a:p>
            <a:pPr marL="12700" marR="508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buNone/>
            </a:pPr>
            <a:r>
              <a:rPr lang="en-US" sz="2000"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Student Name: Thukivakam Chaturya Reddy</a:t>
            </a:r>
            <a:endParaRPr sz="2000"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marL="12700" marR="508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RegisterNumber: [Enter Register Number]</a:t>
            </a:r>
            <a:endParaRPr sz="2000"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marL="12700" marR="508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Specialization: BCA, Final Year</a:t>
            </a:r>
            <a:endParaRPr sz="2000"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marL="12700" marR="508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000"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</p:txBody>
      </p:sp>
      <p:sp>
        <p:nvSpPr>
          <p:cNvPr id="48" name="Google Shape;48;p7"/>
          <p:cNvSpPr txBox="1"/>
          <p:nvPr/>
        </p:nvSpPr>
        <p:spPr>
          <a:xfrm>
            <a:off x="2202561" y="2656268"/>
            <a:ext cx="6825000" cy="1859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748030" marR="73914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Strongest Project Presentation</a:t>
            </a:r>
            <a:endParaRPr lang="en-US" sz="2000" b="1"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marL="748030" marR="73914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 BCA, Final Year</a:t>
            </a:r>
            <a:endParaRPr sz="2000"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marL="0" lvl="0" indent="0" algn="ctr" rtl="0">
              <a:lnSpc>
                <a:spcPct val="100000"/>
              </a:lnSpc>
              <a:spcBef>
                <a:spcPts val="1205"/>
              </a:spcBef>
              <a:spcAft>
                <a:spcPts val="0"/>
              </a:spcAft>
              <a:buNone/>
            </a:pPr>
            <a:r>
              <a:rPr lang="en-US" sz="2000" b="1"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Project Title: EcoTrack - Smart Garbage Management System</a:t>
            </a:r>
            <a:endParaRPr sz="2000" b="1"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marL="0" lvl="0" indent="0" algn="ctr" rtl="0">
              <a:lnSpc>
                <a:spcPct val="100000"/>
              </a:lnSpc>
              <a:spcBef>
                <a:spcPts val="1205"/>
              </a:spcBef>
              <a:spcAft>
                <a:spcPts val="0"/>
              </a:spcAft>
              <a:buNone/>
            </a:pPr>
            <a:endParaRPr sz="2000" b="1"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</p:txBody>
      </p:sp>
      <p:pic>
        <p:nvPicPr>
          <p:cNvPr id="49" name="Google Shape;49;p7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3715164" y="365413"/>
            <a:ext cx="4700380" cy="633845"/>
          </a:xfrm>
          <a:prstGeom prst="rect">
            <a:avLst/>
          </a:prstGeom>
          <a:noFill/>
          <a:ln>
            <a:noFill/>
          </a:ln>
        </p:spPr>
      </p:pic>
      <p:sp>
        <p:nvSpPr>
          <p:cNvPr id="50" name="Google Shape;50;p7"/>
          <p:cNvSpPr txBox="1"/>
          <p:nvPr>
            <p:ph type="sldNum" idx="12"/>
          </p:nvPr>
        </p:nvSpPr>
        <p:spPr>
          <a:xfrm>
            <a:off x="10954384" y="6582727"/>
            <a:ext cx="222250" cy="158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3810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  <p:sp>
        <p:nvSpPr>
          <p:cNvPr id="51" name="Google Shape;51;p7"/>
          <p:cNvSpPr txBox="1"/>
          <p:nvPr>
            <p:ph type="dt" idx="10"/>
          </p:nvPr>
        </p:nvSpPr>
        <p:spPr>
          <a:xfrm>
            <a:off x="1176972" y="6589394"/>
            <a:ext cx="1200000" cy="13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29-10-2026</a:t>
            </a:r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9"/>
          <p:cNvSpPr/>
          <p:nvPr/>
        </p:nvSpPr>
        <p:spPr>
          <a:xfrm>
            <a:off x="1195387" y="1738376"/>
            <a:ext cx="9966960" cy="0"/>
          </a:xfrm>
          <a:custGeom>
            <a:avLst/>
            <a:gdLst/>
            <a:ahLst/>
            <a:cxnLst/>
            <a:rect l="l" t="t" r="r" b="b"/>
            <a:pathLst>
              <a:path w="9966960" h="120000" extrusionOk="0">
                <a:moveTo>
                  <a:pt x="0" y="0"/>
                </a:moveTo>
                <a:lnTo>
                  <a:pt x="9966896" y="0"/>
                </a:lnTo>
              </a:path>
            </a:pathLst>
          </a:custGeom>
          <a:noFill/>
          <a:ln w="9525" cap="flat" cmpd="sng">
            <a:solidFill>
              <a:srgbClr val="7E7E7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66" name="Google Shape;66;p9"/>
          <p:cNvSpPr txBox="1"/>
          <p:nvPr>
            <p:ph type="title"/>
          </p:nvPr>
        </p:nvSpPr>
        <p:spPr>
          <a:xfrm>
            <a:off x="1176972" y="924877"/>
            <a:ext cx="9661525" cy="70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33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/>
              <a:t>Project Overview &amp; Problem Statement</a:t>
            </a:r>
            <a:endParaRPr sz="2400"/>
          </a:p>
        </p:txBody>
      </p:sp>
      <p:sp>
        <p:nvSpPr>
          <p:cNvPr id="67" name="Google Shape;67;p9"/>
          <p:cNvSpPr txBox="1"/>
          <p:nvPr>
            <p:ph type="sldNum" idx="12"/>
          </p:nvPr>
        </p:nvSpPr>
        <p:spPr>
          <a:xfrm>
            <a:off x="10954384" y="6582727"/>
            <a:ext cx="222250" cy="158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3810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  <p:sp>
        <p:nvSpPr>
          <p:cNvPr id="68" name="Google Shape;68;p9"/>
          <p:cNvSpPr txBox="1"/>
          <p:nvPr>
            <p:ph type="dt" idx="10"/>
          </p:nvPr>
        </p:nvSpPr>
        <p:spPr>
          <a:xfrm>
            <a:off x="1176972" y="6589394"/>
            <a:ext cx="1200000" cy="13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29-10-2026</a:t>
            </a:r>
            <a:endParaRPr lang="en-US"/>
          </a:p>
        </p:txBody>
      </p:sp>
      <p:sp>
        <p:nvSpPr>
          <p:cNvPr id="69" name="Google Shape;69;p9"/>
          <p:cNvSpPr txBox="1"/>
          <p:nvPr/>
        </p:nvSpPr>
        <p:spPr>
          <a:xfrm>
            <a:off x="869950" y="1712658"/>
            <a:ext cx="10525800" cy="32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700" rIns="0" bIns="0" anchor="t" anchorCtr="0">
            <a:spAutoFit/>
          </a:bodyPr>
          <a:lstStyle/>
          <a:p>
            <a:pPr marL="104140" marR="5080" lvl="0" indent="-146050" algn="l" rtl="0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  <a:buSzPts val="2000"/>
              <a:buFont typeface="Noto Sans Symbols"/>
              <a:buChar char="▪"/>
            </a:pPr>
            <a:r>
              <a:rPr lang="en-US" sz="2000" i="1">
                <a:solidFill>
                  <a:srgbClr val="595959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Project Title: EcoTrack - Smart Garbage Management System | Academic Capstone | Individual Project (1 Member)</a:t>
            </a:r>
          </a:p>
          <a:p>
            <a:pPr marL="104140" marR="5080" lvl="0" indent="-146050" algn="l" rtl="0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  <a:buSzPts val="2000"/>
              <a:buFont typeface="Noto Sans Symbols"/>
              <a:buChar char="▪"/>
            </a:pPr>
            <a:r>
              <a:rPr lang="en-US" sz="2000" i="1">
                <a:solidFill>
                  <a:srgbClr val="595959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Problem Statement: Solves unmonitored municipal solid waste accumulation and low recycling segregation rates for city administrators, waste processing hubs, and civic authorities.</a:t>
            </a:r>
          </a:p>
          <a:p>
            <a:pPr marL="104140" marR="5080" lvl="0" indent="-146050" algn="l" rtl="0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  <a:buSzPts val="2000"/>
              <a:buFont typeface="Noto Sans Symbols"/>
              <a:buChar char="▪"/>
            </a:pPr>
            <a:r>
              <a:rPr lang="en-US" sz="2000" i="1">
                <a:solidFill>
                  <a:srgbClr val="595959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Why Built: Bridges the gap of delayed manual paperwork and uncoordinated truck routing by providing transparent, real-time ward-level waste tracking and carbon calculations.</a:t>
            </a:r>
          </a:p>
          <a:p>
            <a:pPr marL="104140" marR="5080" lvl="0" indent="-146050" algn="l" rtl="0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  <a:buSzPts val="2000"/>
              <a:buFont typeface="Noto Sans Symbols"/>
              <a:buChar char="▪"/>
            </a:pPr>
            <a:r>
              <a:rPr lang="en-US" sz="2000" i="1">
                <a:solidFill>
                  <a:srgbClr val="595959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Verified Outcome: Analyzed 35 collection records across 5 zones with 68.4% diversion rate, quantifying 54+ MT CO2e avoided with sub-second chart rendering.</a:t>
            </a:r>
          </a:p>
          <a:p>
            <a:pPr marL="104140" marR="5080" lvl="0" indent="-146050" algn="l" rtl="0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  <a:buSzPts val="2000"/>
              <a:buFont typeface="Noto Sans Symbols"/>
              <a:buChar char="▪"/>
            </a:pPr>
            <a:r>
              <a:rPr lang="en-US" sz="2000" i="1">
                <a:solidFill>
                  <a:srgbClr val="595959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Links: GitHub (https://github.com/Chaturyathukivakam/Garbage-System) | Live Demo on Streamlit Community Cloud (Public / No Login)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29"/>
          <p:cNvSpPr/>
          <p:nvPr/>
        </p:nvSpPr>
        <p:spPr>
          <a:xfrm>
            <a:off x="1214437" y="4348226"/>
            <a:ext cx="9875520" cy="0"/>
          </a:xfrm>
          <a:custGeom>
            <a:avLst/>
            <a:gdLst/>
            <a:ahLst/>
            <a:cxnLst/>
            <a:rect l="l" t="t" r="r" b="b"/>
            <a:pathLst>
              <a:path w="9875520" h="120000" extrusionOk="0">
                <a:moveTo>
                  <a:pt x="0" y="0"/>
                </a:moveTo>
                <a:lnTo>
                  <a:pt x="9875456" y="0"/>
                </a:lnTo>
              </a:path>
            </a:pathLst>
          </a:custGeom>
          <a:noFill/>
          <a:ln w="9525" cap="flat" cmpd="sng">
            <a:solidFill>
              <a:srgbClr val="7E7E7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50" name="Google Shape;250;p29"/>
          <p:cNvSpPr txBox="1"/>
          <p:nvPr>
            <p:ph type="title"/>
          </p:nvPr>
        </p:nvSpPr>
        <p:spPr>
          <a:xfrm>
            <a:off x="1176976" y="2994025"/>
            <a:ext cx="6633600" cy="114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71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300" b="0">
                <a:solidFill>
                  <a:srgbClr val="252525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Thank You</a:t>
            </a:r>
            <a:endParaRPr sz="7300"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</p:txBody>
      </p:sp>
      <p:sp>
        <p:nvSpPr>
          <p:cNvPr id="251" name="Google Shape;251;p29"/>
          <p:cNvSpPr txBox="1"/>
          <p:nvPr>
            <p:ph type="sldNum" idx="12"/>
          </p:nvPr>
        </p:nvSpPr>
        <p:spPr>
          <a:xfrm>
            <a:off x="10954384" y="6582727"/>
            <a:ext cx="222250" cy="158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3810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  <p:sp>
        <p:nvSpPr>
          <p:cNvPr id="252" name="Google Shape;252;p29"/>
          <p:cNvSpPr txBox="1"/>
          <p:nvPr>
            <p:ph type="dt" idx="10"/>
          </p:nvPr>
        </p:nvSpPr>
        <p:spPr>
          <a:xfrm>
            <a:off x="1176972" y="6589394"/>
            <a:ext cx="1200000" cy="13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29-10-2026</a:t>
            </a:r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9"/>
          <p:cNvSpPr/>
          <p:nvPr/>
        </p:nvSpPr>
        <p:spPr>
          <a:xfrm>
            <a:off x="1195387" y="1738376"/>
            <a:ext cx="9966960" cy="0"/>
          </a:xfrm>
          <a:custGeom>
            <a:avLst/>
            <a:gdLst/>
            <a:ahLst/>
            <a:cxnLst/>
            <a:rect l="l" t="t" r="r" b="b"/>
            <a:pathLst>
              <a:path w="9966960" h="120000" extrusionOk="0">
                <a:moveTo>
                  <a:pt x="0" y="0"/>
                </a:moveTo>
                <a:lnTo>
                  <a:pt x="9966896" y="0"/>
                </a:lnTo>
              </a:path>
            </a:pathLst>
          </a:custGeom>
          <a:noFill/>
          <a:ln w="9525" cap="flat" cmpd="sng">
            <a:solidFill>
              <a:srgbClr val="7E7E7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66" name="Google Shape;66;p9"/>
          <p:cNvSpPr txBox="1"/>
          <p:nvPr>
            <p:ph type="title"/>
          </p:nvPr>
        </p:nvSpPr>
        <p:spPr>
          <a:xfrm>
            <a:off x="1176972" y="924877"/>
            <a:ext cx="9661525" cy="70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33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/>
              <a:t>Key Features</a:t>
            </a:r>
            <a:endParaRPr sz="2400"/>
          </a:p>
        </p:txBody>
      </p:sp>
      <p:sp>
        <p:nvSpPr>
          <p:cNvPr id="67" name="Google Shape;67;p9"/>
          <p:cNvSpPr txBox="1"/>
          <p:nvPr>
            <p:ph type="sldNum" idx="12"/>
          </p:nvPr>
        </p:nvSpPr>
        <p:spPr>
          <a:xfrm>
            <a:off x="10954384" y="6582727"/>
            <a:ext cx="222250" cy="158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3810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  <p:sp>
        <p:nvSpPr>
          <p:cNvPr id="68" name="Google Shape;68;p9"/>
          <p:cNvSpPr txBox="1"/>
          <p:nvPr>
            <p:ph type="dt" idx="10"/>
          </p:nvPr>
        </p:nvSpPr>
        <p:spPr>
          <a:xfrm>
            <a:off x="1176972" y="6589394"/>
            <a:ext cx="1200000" cy="13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29-10-2026</a:t>
            </a:r>
            <a:endParaRPr lang="en-US"/>
          </a:p>
        </p:txBody>
      </p:sp>
      <p:sp>
        <p:nvSpPr>
          <p:cNvPr id="69" name="Google Shape;69;p9"/>
          <p:cNvSpPr txBox="1"/>
          <p:nvPr/>
        </p:nvSpPr>
        <p:spPr>
          <a:xfrm>
            <a:off x="869950" y="1712658"/>
            <a:ext cx="10525800" cy="32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700" rIns="0" bIns="0" anchor="t" anchorCtr="0">
            <a:spAutoFit/>
          </a:bodyPr>
          <a:lstStyle/>
          <a:p>
            <a:pPr marL="104140" marR="5080" lvl="0" indent="-146050" algn="l" rtl="0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  <a:buSzPts val="2000"/>
              <a:buFont typeface="Noto Sans Symbols"/>
              <a:buChar char="▪"/>
            </a:pPr>
            <a:r>
              <a:rPr lang="en-US" sz="2000" i="1">
                <a:solidFill>
                  <a:srgbClr val="595959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Features: 1. Home KPI Dashboard &amp; Plotly Visuals  2. Multi-Criteria Filtering &amp; CSV Export  3. Color-Coded Segregation Guide</a:t>
            </a:r>
          </a:p>
          <a:p>
            <a:pPr marL="104140" marR="5080" lvl="0" indent="-146050" algn="l" rtl="0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  <a:buSzPts val="2000"/>
              <a:buFont typeface="Noto Sans Symbols"/>
              <a:buChar char="▪"/>
            </a:pPr>
            <a:r>
              <a:rPr lang="en-US" sz="2000" i="1">
                <a:solidFill>
                  <a:srgbClr val="595959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⭐ Strongest Work: 1. Dynamic In-Session Collection Logger (Schema validation &amp; state update)  2. Carbon Offset Math Engine</a:t>
            </a:r>
          </a:p>
          <a:p>
            <a:pPr marL="104140" marR="5080" lvl="0" indent="-146050" algn="l" rtl="0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  <a:buSzPts val="2000"/>
              <a:buFont typeface="Noto Sans Symbols"/>
              <a:buChar char="▪"/>
            </a:pPr>
            <a:r>
              <a:rPr lang="en-US" sz="2000" i="1">
                <a:solidFill>
                  <a:srgbClr val="595959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Verification: Verified on Streamlit Cloud with dynamic Plotly donut, area trend, and stacked bar charts updating in real-time.</a:t>
            </a:r>
          </a:p>
          <a:p>
            <a:pPr marL="104140" marR="5080" lvl="0" indent="-146050" algn="l" rtl="0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  <a:buSzPts val="2000"/>
              <a:buFont typeface="Noto Sans Symbols"/>
              <a:buChar char="▪"/>
            </a:pPr>
            <a:r>
              <a:rPr lang="en-US" sz="2000" i="1">
                <a:solidFill>
                  <a:srgbClr val="595959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Honest Limitations: 100% complete and operational via session-state &amp; CSV; multi-tenant PostgreSQL DB planned for next phase.</a:t>
            </a:r>
          </a:p>
          <a:p>
            <a:pPr marL="104140" marR="5080" lvl="0" indent="-146050" algn="l" rtl="0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  <a:buSzPts val="2000"/>
              <a:buFont typeface="Noto Sans Symbols"/>
              <a:buChar char="▪"/>
            </a:pPr>
            <a:r>
              <a:rPr lang="en-US" sz="2000" i="1">
                <a:solidFill>
                  <a:srgbClr val="595959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Live Demo: Fully responsive web app ready for evaluation and live testing without login.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9"/>
          <p:cNvSpPr/>
          <p:nvPr/>
        </p:nvSpPr>
        <p:spPr>
          <a:xfrm>
            <a:off x="1195387" y="1738376"/>
            <a:ext cx="9966960" cy="0"/>
          </a:xfrm>
          <a:custGeom>
            <a:avLst/>
            <a:gdLst/>
            <a:ahLst/>
            <a:cxnLst/>
            <a:rect l="l" t="t" r="r" b="b"/>
            <a:pathLst>
              <a:path w="9966960" h="120000" extrusionOk="0">
                <a:moveTo>
                  <a:pt x="0" y="0"/>
                </a:moveTo>
                <a:lnTo>
                  <a:pt x="9966896" y="0"/>
                </a:lnTo>
              </a:path>
            </a:pathLst>
          </a:custGeom>
          <a:noFill/>
          <a:ln w="9525" cap="flat" cmpd="sng">
            <a:solidFill>
              <a:srgbClr val="7E7E7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66" name="Google Shape;66;p9"/>
          <p:cNvSpPr txBox="1"/>
          <p:nvPr>
            <p:ph type="title"/>
          </p:nvPr>
        </p:nvSpPr>
        <p:spPr>
          <a:xfrm>
            <a:off x="1176972" y="924877"/>
            <a:ext cx="9661525" cy="70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33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/>
              <a:t>Technology Stack &amp; Implementation</a:t>
            </a:r>
            <a:endParaRPr sz="2400"/>
          </a:p>
        </p:txBody>
      </p:sp>
      <p:sp>
        <p:nvSpPr>
          <p:cNvPr id="67" name="Google Shape;67;p9"/>
          <p:cNvSpPr txBox="1"/>
          <p:nvPr>
            <p:ph type="sldNum" idx="12"/>
          </p:nvPr>
        </p:nvSpPr>
        <p:spPr>
          <a:xfrm>
            <a:off x="10954384" y="6582727"/>
            <a:ext cx="222250" cy="158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3810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  <p:sp>
        <p:nvSpPr>
          <p:cNvPr id="68" name="Google Shape;68;p9"/>
          <p:cNvSpPr txBox="1"/>
          <p:nvPr>
            <p:ph type="dt" idx="10"/>
          </p:nvPr>
        </p:nvSpPr>
        <p:spPr>
          <a:xfrm>
            <a:off x="1176972" y="6589394"/>
            <a:ext cx="1200000" cy="13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29-10-2026</a:t>
            </a:r>
            <a:endParaRPr lang="en-US"/>
          </a:p>
        </p:txBody>
      </p:sp>
      <p:sp>
        <p:nvSpPr>
          <p:cNvPr id="69" name="Google Shape;69;p9"/>
          <p:cNvSpPr txBox="1"/>
          <p:nvPr/>
        </p:nvSpPr>
        <p:spPr>
          <a:xfrm>
            <a:off x="869950" y="1712658"/>
            <a:ext cx="10525800" cy="36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700" rIns="0" bIns="0" anchor="t" anchorCtr="0">
            <a:spAutoFit/>
          </a:bodyPr>
          <a:lstStyle/>
          <a:p>
            <a:pPr marL="0" marR="5080" lvl="0" indent="0" algn="l" rtl="0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2100" b="1">
                <a:solidFill>
                  <a:srgbClr val="C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Technology Stack</a:t>
            </a:r>
          </a:p>
          <a:p>
            <a:pPr marL="104140" marR="5080" lvl="0" indent="-146050" algn="l" rtl="0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  <a:buSzPts val="2000"/>
              <a:buFont typeface="Noto Sans Symbols"/>
              <a:buChar char="▪"/>
            </a:pPr>
            <a:r>
              <a:rPr lang="en-US" sz="2000" i="1">
                <a:solidFill>
                  <a:srgbClr val="595959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Stack: Python 3.10+, Streamlit (reactive UI), Pandas (data manipulation), Plotly (interactive charts), Git/GitHub (CI/CD), Streamlit Cloud (Hosting).</a:t>
            </a:r>
          </a:p>
          <a:p>
            <a:pPr marL="104140" marR="5080" lvl="0" indent="-146050" algn="l" rtl="0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  <a:buSzPts val="2000"/>
              <a:buFont typeface="Noto Sans Symbols"/>
              <a:buChar char="▪"/>
            </a:pPr>
            <a:r>
              <a:rPr lang="en-US" sz="2000" i="1">
                <a:solidFill>
                  <a:srgbClr val="595959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Skills Alignment: Proves Python Web Engineering, Exploratory Data Analysis (EDA), Data Visualization, and Cloud Deployment.</a:t>
            </a:r>
          </a:p>
          <a:p>
            <a:pPr marL="0" marR="5080" lvl="0" indent="0" algn="l" rtl="0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2100" b="1">
                <a:solidFill>
                  <a:srgbClr val="C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Implementation</a:t>
            </a:r>
          </a:p>
          <a:p>
            <a:pPr marL="104140" marR="5080" lvl="0" indent="-146050" algn="l" rtl="0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  <a:buSzPts val="2000"/>
              <a:buFont typeface="Noto Sans Symbols"/>
              <a:buChar char="▪"/>
            </a:pPr>
            <a:r>
              <a:rPr lang="en-US" sz="2000" i="1">
                <a:solidFill>
                  <a:srgbClr val="595959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Architecture: CSV/Form Ingestion ➔ Pandas Processing Engine ➔ Plotly Graphics Layer ➔ Streamlit Reactive UI ➔ Public Cloud</a:t>
            </a:r>
          </a:p>
          <a:p>
            <a:pPr marL="104140" marR="5080" lvl="0" indent="-146050" algn="l" rtl="0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  <a:buSzPts val="2000"/>
              <a:buFont typeface="Noto Sans Symbols"/>
              <a:buChar char="▪"/>
            </a:pPr>
            <a:r>
              <a:rPr lang="en-US" sz="2000" i="1">
                <a:solidFill>
                  <a:srgbClr val="595959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Challenge Solved: Preserving reactive state across form inputs without data loss or re-renders using an encapsulated st.session_state cache.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9"/>
          <p:cNvSpPr/>
          <p:nvPr/>
        </p:nvSpPr>
        <p:spPr>
          <a:xfrm>
            <a:off x="1195387" y="1738376"/>
            <a:ext cx="9966960" cy="0"/>
          </a:xfrm>
          <a:custGeom>
            <a:avLst/>
            <a:gdLst/>
            <a:ahLst/>
            <a:cxnLst/>
            <a:rect l="l" t="t" r="r" b="b"/>
            <a:pathLst>
              <a:path w="9966960" h="120000" extrusionOk="0">
                <a:moveTo>
                  <a:pt x="0" y="0"/>
                </a:moveTo>
                <a:lnTo>
                  <a:pt x="9966896" y="0"/>
                </a:lnTo>
              </a:path>
            </a:pathLst>
          </a:custGeom>
          <a:noFill/>
          <a:ln w="9525" cap="flat" cmpd="sng">
            <a:solidFill>
              <a:srgbClr val="7E7E7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66" name="Google Shape;66;p9"/>
          <p:cNvSpPr txBox="1"/>
          <p:nvPr>
            <p:ph type="title"/>
          </p:nvPr>
        </p:nvSpPr>
        <p:spPr>
          <a:xfrm>
            <a:off x="1176972" y="924877"/>
            <a:ext cx="9661525" cy="70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33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/>
              <a:t>My Individual Contribution &amp; Learnings</a:t>
            </a:r>
            <a:endParaRPr sz="2800"/>
          </a:p>
        </p:txBody>
      </p:sp>
      <p:sp>
        <p:nvSpPr>
          <p:cNvPr id="67" name="Google Shape;67;p9"/>
          <p:cNvSpPr txBox="1"/>
          <p:nvPr>
            <p:ph type="sldNum" idx="12"/>
          </p:nvPr>
        </p:nvSpPr>
        <p:spPr>
          <a:xfrm>
            <a:off x="10954384" y="6582727"/>
            <a:ext cx="222250" cy="158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3810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  <p:sp>
        <p:nvSpPr>
          <p:cNvPr id="68" name="Google Shape;68;p9"/>
          <p:cNvSpPr txBox="1"/>
          <p:nvPr>
            <p:ph type="dt" idx="10"/>
          </p:nvPr>
        </p:nvSpPr>
        <p:spPr>
          <a:xfrm>
            <a:off x="1176972" y="6589394"/>
            <a:ext cx="1200000" cy="13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29-10-2026</a:t>
            </a:r>
            <a:endParaRPr lang="en-US"/>
          </a:p>
        </p:txBody>
      </p:sp>
      <p:sp>
        <p:nvSpPr>
          <p:cNvPr id="69" name="Google Shape;69;p9"/>
          <p:cNvSpPr txBox="1"/>
          <p:nvPr/>
        </p:nvSpPr>
        <p:spPr>
          <a:xfrm>
            <a:off x="869950" y="1712658"/>
            <a:ext cx="10525800" cy="34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700" rIns="0" bIns="0" anchor="t" anchorCtr="0">
            <a:spAutoFit/>
          </a:bodyPr>
          <a:lstStyle/>
          <a:p>
            <a:pPr marL="104140" marR="5080" lvl="0" indent="-146050" algn="l" rtl="0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  <a:buSzPts val="2000"/>
              <a:buFont typeface="Noto Sans Symbols"/>
              <a:buChar char="▪"/>
            </a:pPr>
            <a:r>
              <a:rPr lang="en-US" sz="2000" i="1">
                <a:solidFill>
                  <a:srgbClr val="595959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My Role: 100% Individual Contribution — designed schema, wrote complete Python code in app.py, built carbon models, and deployed to cloud.</a:t>
            </a:r>
          </a:p>
          <a:p>
            <a:pPr marL="104140" marR="5080" lvl="0" indent="-146050" algn="l" rtl="0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  <a:buSzPts val="2000"/>
              <a:buFont typeface="Noto Sans Symbols"/>
              <a:buChar char="▪"/>
            </a:pPr>
            <a:r>
              <a:rPr lang="en-US" sz="2000" i="1">
                <a:solidFill>
                  <a:srgbClr val="595959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Project Structure: Individual Final Year Project (Sole Developer &amp; System Architect).</a:t>
            </a:r>
          </a:p>
          <a:p>
            <a:pPr marL="104140" marR="5080" lvl="0" indent="-146050" algn="l" rtl="0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  <a:buSzPts val="2000"/>
              <a:buFont typeface="Noto Sans Symbols"/>
              <a:buChar char="▪"/>
            </a:pPr>
            <a:r>
              <a:rPr lang="en-US" sz="2000" i="1">
                <a:solidFill>
                  <a:srgbClr val="595959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Evidence: Verified in repo (app.py, requirements.txt, sample_waste_data.csv, config.toml).</a:t>
            </a:r>
          </a:p>
          <a:p>
            <a:pPr marL="104140" marR="5080" lvl="0" indent="-146050" algn="l" rtl="0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  <a:buSzPts val="2000"/>
              <a:buFont typeface="Noto Sans Symbols"/>
              <a:buChar char="▪"/>
            </a:pPr>
            <a:r>
              <a:rPr lang="en-US" sz="2000" i="1">
                <a:solidFill>
                  <a:srgbClr val="595959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Learnings: Advanced Streamlit session state &amp; carbon math. Next Steps: IoT ultrasonic bin sensors and automated collection routing.</a:t>
            </a:r>
          </a:p>
          <a:p>
            <a:pPr marL="104140" marR="5080" lvl="0" indent="-146050" algn="l" rtl="0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  <a:buSzPts val="2000"/>
              <a:buFont typeface="Noto Sans Symbols"/>
              <a:buChar char="▪"/>
            </a:pPr>
            <a:r>
              <a:rPr lang="en-US" sz="2000" i="1">
                <a:solidFill>
                  <a:srgbClr val="595959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Verification: Prepared to explain all architecture, algorithms, and execute live code modifications on demand.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669</Words>
  <Application>WPS Presentation</Application>
  <PresentationFormat/>
  <Paragraphs>122</Paragraphs>
  <Slides>15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15</vt:i4>
      </vt:variant>
    </vt:vector>
  </HeadingPairs>
  <TitlesOfParts>
    <vt:vector size="26" baseType="lpstr">
      <vt:lpstr>Arial</vt:lpstr>
      <vt:lpstr>SimSun</vt:lpstr>
      <vt:lpstr>Wingdings</vt:lpstr>
      <vt:lpstr>Arial</vt:lpstr>
      <vt:lpstr>Times New Roman</vt:lpstr>
      <vt:lpstr>Calibri</vt:lpstr>
      <vt:lpstr>Noto Sans Symbols</vt:lpstr>
      <vt:lpstr>Segoe Print</vt:lpstr>
      <vt:lpstr>Microsoft YaHei</vt:lpstr>
      <vt:lpstr>Arial Unicode MS</vt:lpstr>
      <vt:lpstr>Office Theme</vt:lpstr>
      <vt:lpstr>    Department of Computer Applications</vt:lpstr>
      <vt:lpstr>Introduction</vt:lpstr>
      <vt:lpstr>Importance of the project</vt:lpstr>
      <vt:lpstr>Objectives</vt:lpstr>
      <vt:lpstr>Why This Project Matters</vt:lpstr>
      <vt:lpstr>Challenges Being Addressed</vt:lpstr>
      <vt:lpstr>Related Work</vt:lpstr>
      <vt:lpstr>Methods &amp; Technologies</vt:lpstr>
      <vt:lpstr>Step-wise Development Process</vt:lpstr>
      <vt:lpstr>Conclusion</vt:lpstr>
      <vt:lpstr>Limitations &amp; Possible Improvements</vt:lpstr>
      <vt:lpstr>References</vt:lpstr>
      <vt:lpstr>Acknowledgements</vt:lpstr>
      <vt:lpstr>PowerPoint 演示文稿</vt:lpstr>
      <vt:lpstr>Thank You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   Department of Computer Applications</dc:title>
  <dc:creator/>
  <cp:lastModifiedBy>user</cp:lastModifiedBy>
  <cp:revision>1</cp:revision>
  <dcterms:created xsi:type="dcterms:W3CDTF">2026-08-10T05:24:57Z</dcterms:created>
  <dcterms:modified xsi:type="dcterms:W3CDTF">2026-08-10T05:24:57Z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D8A8DC4002F644969106451638560B03_12</vt:lpwstr>
  </property>
  <property fmtid="{D5CDD505-2E9C-101B-9397-08002B2CF9AE}" pid="3" name="KSOProductBuildVer">
    <vt:lpwstr>1033-12.1.0.28032</vt:lpwstr>
  </property>
</Properties>
</file>